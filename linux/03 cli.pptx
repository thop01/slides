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Richttijd: 75 minuten. De korte oefeningen vallen binnen de blokken.
Controleer vooraf hoe de functietoetsen in de gebruikte VMware-versie
naar de VM worden gestuurd en op welke TTY de grafische sessie draait.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de vorige twee lessen hebben we VMware en Ubuntu Desktop geïnstalleerd, de instellingen van Ubuntu bekeken en basiscommando's geoefend.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shell, meestal Bash, interpreteert de commando's. De tekstconsole
en het terminalvenster bieden elk toegang tot een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Lees de opdracht en voer het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/home/thong is een voorbeeld, geen pad dat iedereen moet overtypen.
Bespreek: Documenten en documenten kunnen verschillende mappen zijn.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Voer het eerste voorbeeld uit vanuit ~/les3. -name is hoofdlettergevoelig.
Bron: https://www.gnu.org/software/findutils/manual/html_node/find_html/Name.html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Antwoorden:
find ~/les3 -type f -name 'verslag.txt'
find ~/les3 -type f -name '*.txt'
Verwacht verslag.txt in documenten, backup en archief.
Zoek gericht in de oefenmap; find / kan veel uitvoer en toegangsweigeringen geven.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studenten voorspellen wat de derde opdracht toont.
sudo whoami wijzigt geen systeeminstellingen. Als een account geen sudo mag
gebruiken, laat de student meekijken bij de demonstratie.
Bron: https://manpages.ubuntu.com/manpages/noble/man8/sudo.8.html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studenten letten op de prompt: meestal $ voor de gewone gebruiker
en # voor root, maar prompts zijn aanpasbaar. whoami is de expliciete controle.
Dit is geen directe aanmelding met een rootwachtwoord.
exit verlaat de huidige shell: in de rootshell ga je terug naar je gebruiker;
in een TTY-login-shell log je uit die tekstconsole.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Opnemen als leesvoorbeeld, niet als onderdeel van de oefenreeks.
Bron: https://www.freedesktop.org/software/systemd/man/latest/shutdown.html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Antwoord: alias naarles='cd ~/les3'
De quotes houden de volledige vervangende tekst, inclusief spatie, bij elkaar.
Na unalias is naarles niet meer als deze alias beschikbaar.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Mogelijke uitwerking:
cd ~/les3
mkdir eindopdracht
cd eindopdracht
mkdir bron kopie
touch bron/uitleg.txt
cp bron/uitleg.txt kopie/
cp -r bron reserve
find . -type f -name 'uitleg.txt'
alias zoekuitleg='find ~/les3/eindopdracht -type f -name uitleg.txt'
zoekuitleg
unalias zoekuitleg
whoami
Drie gevonden bestanden: bron/uitleg.txt, kopie/uitleg.txt, reserve/uitleg.txt.
Een exacte naam zonder spaties of wildcards heeft hier geen extra quotes nodig.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studenten de aliasdefinitie tijdens stap 4 vastleggen, bijvoorbeeld
met alias zoekuitleg, voordat ze de alias weer verwijderen.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Antwoorden: locatie versus inhoud; cp -r; zoeken vanaf de huidige map;
één opdracht als root versus een blijvende rootshell; nee, niet zonder configuratie.
Docentbronnen:
https://www.gnu.org/software/coreutils/manual/html_node/cp-invocation.html
https://www.gnu.org/software/findutils/manual/html_node/find_html/Name.html
https://www.gnu.org/software/bash/manual/html_node/Aliases.html
https://manpages.ubuntu.com/manpages/noble/man8/sudo.8.html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3: Werken met de CLI</dc:title>
  <dc:subject>PptxGenJS Presentation</dc:subject>
  <dc:creator>Pascal Thong</dc:creator>
  <cp:lastModifiedBy>Pascal Thong</cp:lastModifiedBy>
  <cp:revision>1</cp:revision>
  <dcterms:created xsi:type="dcterms:W3CDTF">2026-09-28T21:17:27Z</dcterms:created>
  <dcterms:modified xsi:type="dcterms:W3CDTF">2026-09-28T21:17:27Z</dcterms:modified>
</cp:coreProperties>
</file>